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0"/>
  </p:notesMasterIdLst>
  <p:sldIdLst>
    <p:sldId id="273" r:id="rId2"/>
    <p:sldId id="274" r:id="rId3"/>
    <p:sldId id="277" r:id="rId4"/>
    <p:sldId id="263" r:id="rId5"/>
    <p:sldId id="260" r:id="rId6"/>
    <p:sldId id="276" r:id="rId7"/>
    <p:sldId id="259" r:id="rId8"/>
    <p:sldId id="278" r:id="rId9"/>
    <p:sldId id="279" r:id="rId10"/>
    <p:sldId id="266" r:id="rId11"/>
    <p:sldId id="264" r:id="rId12"/>
    <p:sldId id="265" r:id="rId13"/>
    <p:sldId id="280" r:id="rId14"/>
    <p:sldId id="257" r:id="rId15"/>
    <p:sldId id="256" r:id="rId16"/>
    <p:sldId id="281" r:id="rId17"/>
    <p:sldId id="272" r:id="rId18"/>
    <p:sldId id="284" r:id="rId19"/>
    <p:sldId id="285" r:id="rId20"/>
    <p:sldId id="298" r:id="rId21"/>
    <p:sldId id="299" r:id="rId22"/>
    <p:sldId id="286" r:id="rId23"/>
    <p:sldId id="287" r:id="rId24"/>
    <p:sldId id="291" r:id="rId25"/>
    <p:sldId id="293" r:id="rId26"/>
    <p:sldId id="288" r:id="rId27"/>
    <p:sldId id="290" r:id="rId28"/>
    <p:sldId id="275" r:id="rId29"/>
    <p:sldId id="294" r:id="rId30"/>
    <p:sldId id="283" r:id="rId31"/>
    <p:sldId id="268" r:id="rId32"/>
    <p:sldId id="295" r:id="rId33"/>
    <p:sldId id="271" r:id="rId34"/>
    <p:sldId id="296" r:id="rId35"/>
    <p:sldId id="269" r:id="rId36"/>
    <p:sldId id="297" r:id="rId37"/>
    <p:sldId id="270" r:id="rId38"/>
    <p:sldId id="30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D4365C-E1D2-478D-B6B8-42D605002C20}" v="158" dt="2026-02-02T21:40:00.419"/>
    <p1510:client id="{3E8651CD-2CAE-AF18-0A5B-81F5333BEBE1}" v="913" dt="2026-02-02T23:49:54.261"/>
    <p1510:client id="{56401AE0-32D2-E3FB-4407-8C26CF32FA88}" v="2" dt="2026-02-02T20:56:10.966"/>
    <p1510:client id="{86254D19-FEC3-9189-3B19-9E0776584528}" v="127" dt="2026-02-02T22:16:59.346"/>
    <p1510:client id="{9953C206-D0EC-EE83-C7F5-472B71436338}" v="70" dt="2026-02-02T23:29:44.914"/>
    <p1510:client id="{BA6E3DB4-3C59-D152-8696-54E59DEDEF88}" v="52" dt="2026-02-02T23:48:40.686"/>
    <p1510:client id="{F41F03E7-489C-418C-B1E8-DA5501607FCD}" v="900" dt="2026-02-02T23:26:53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F8026F-58E2-4E5A-A368-9A17D7BCA013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DO"/>
        </a:p>
      </dgm:t>
    </dgm:pt>
    <dgm:pt modelId="{0D28026E-F539-492D-BE16-C8DDDCF908FD}">
      <dgm:prSet phldrT="[Text]" phldr="0"/>
      <dgm:spPr/>
      <dgm:t>
        <a:bodyPr/>
        <a:lstStyle/>
        <a:p>
          <a:r>
            <a:rPr lang="en-US"/>
            <a:t>Standard platooning</a:t>
          </a:r>
          <a:endParaRPr lang="es-DO"/>
        </a:p>
      </dgm:t>
    </dgm:pt>
    <dgm:pt modelId="{EBBD1500-564E-4735-8878-E44F369AFE32}" type="parTrans" cxnId="{E3BEF799-1C87-4269-988E-70E468B1DC74}">
      <dgm:prSet/>
      <dgm:spPr/>
      <dgm:t>
        <a:bodyPr/>
        <a:lstStyle/>
        <a:p>
          <a:endParaRPr lang="es-DO"/>
        </a:p>
      </dgm:t>
    </dgm:pt>
    <dgm:pt modelId="{F71A6FB7-DEB8-484C-9EF4-96493357507F}" type="sibTrans" cxnId="{E3BEF799-1C87-4269-988E-70E468B1DC74}">
      <dgm:prSet/>
      <dgm:spPr/>
      <dgm:t>
        <a:bodyPr/>
        <a:lstStyle/>
        <a:p>
          <a:endParaRPr lang="es-DO"/>
        </a:p>
      </dgm:t>
    </dgm:pt>
    <dgm:pt modelId="{2050AEE6-8A1C-4B0A-B968-AD14D41C7809}">
      <dgm:prSet phldrT="[Text]" phldr="0"/>
      <dgm:spPr/>
      <dgm:t>
        <a:bodyPr/>
        <a:lstStyle/>
        <a:p>
          <a:r>
            <a:rPr lang="en-US"/>
            <a:t>Emergency braking</a:t>
          </a:r>
          <a:endParaRPr lang="es-DO"/>
        </a:p>
      </dgm:t>
    </dgm:pt>
    <dgm:pt modelId="{FC9AE967-8EFF-4F48-9AC5-1CE729AC7A46}" type="parTrans" cxnId="{C2B32C85-7BEC-4525-94F5-72BE905A405B}">
      <dgm:prSet/>
      <dgm:spPr/>
      <dgm:t>
        <a:bodyPr/>
        <a:lstStyle/>
        <a:p>
          <a:endParaRPr lang="es-DO"/>
        </a:p>
      </dgm:t>
    </dgm:pt>
    <dgm:pt modelId="{C99C8114-0847-4596-A3B9-D24512D6766A}" type="sibTrans" cxnId="{C2B32C85-7BEC-4525-94F5-72BE905A405B}">
      <dgm:prSet/>
      <dgm:spPr/>
      <dgm:t>
        <a:bodyPr/>
        <a:lstStyle/>
        <a:p>
          <a:endParaRPr lang="es-DO"/>
        </a:p>
      </dgm:t>
    </dgm:pt>
    <dgm:pt modelId="{640FC7F8-880B-4C15-8FF5-D43A755054F1}">
      <dgm:prSet phldrT="[Text]" custT="1"/>
      <dgm:spPr/>
      <dgm:t>
        <a:bodyPr/>
        <a:lstStyle/>
        <a:p>
          <a:r>
            <a:rPr lang="en-US" sz="1050"/>
            <a:t>Communication failure</a:t>
          </a:r>
          <a:endParaRPr lang="es-DO" sz="1050"/>
        </a:p>
      </dgm:t>
    </dgm:pt>
    <dgm:pt modelId="{8C4B4B37-E06D-4AEF-BCCC-A0684F568535}" type="parTrans" cxnId="{3135D6D1-BC8C-4CBB-9B18-B83193B98B93}">
      <dgm:prSet/>
      <dgm:spPr/>
      <dgm:t>
        <a:bodyPr/>
        <a:lstStyle/>
        <a:p>
          <a:endParaRPr lang="es-DO"/>
        </a:p>
      </dgm:t>
    </dgm:pt>
    <dgm:pt modelId="{AA07F5A7-0A78-4B51-AAEA-188A17BAF25F}" type="sibTrans" cxnId="{3135D6D1-BC8C-4CBB-9B18-B83193B98B93}">
      <dgm:prSet/>
      <dgm:spPr/>
      <dgm:t>
        <a:bodyPr/>
        <a:lstStyle/>
        <a:p>
          <a:endParaRPr lang="es-DO"/>
        </a:p>
      </dgm:t>
    </dgm:pt>
    <dgm:pt modelId="{2D6AE207-82BA-4638-BD56-47AC5174FF96}">
      <dgm:prSet phldrT="[Text]" custT="1"/>
      <dgm:spPr/>
      <dgm:t>
        <a:bodyPr/>
        <a:lstStyle/>
        <a:p>
          <a:r>
            <a:rPr lang="en-US" sz="1000"/>
            <a:t>Joining/Leaving the platoon</a:t>
          </a:r>
          <a:endParaRPr lang="es-DO" sz="1000"/>
        </a:p>
      </dgm:t>
    </dgm:pt>
    <dgm:pt modelId="{FBB29304-1AE0-4F25-A2EC-BD6CABCBD573}" type="sibTrans" cxnId="{F6851F93-A9C7-4928-9C76-A15760B5D60B}">
      <dgm:prSet/>
      <dgm:spPr/>
      <dgm:t>
        <a:bodyPr/>
        <a:lstStyle/>
        <a:p>
          <a:endParaRPr lang="es-DO"/>
        </a:p>
      </dgm:t>
    </dgm:pt>
    <dgm:pt modelId="{D5F2CC2F-13FD-44C6-8778-EA8B3AA391E3}" type="parTrans" cxnId="{F6851F93-A9C7-4928-9C76-A15760B5D60B}">
      <dgm:prSet/>
      <dgm:spPr/>
      <dgm:t>
        <a:bodyPr/>
        <a:lstStyle/>
        <a:p>
          <a:endParaRPr lang="es-DO"/>
        </a:p>
      </dgm:t>
    </dgm:pt>
    <dgm:pt modelId="{F99059EE-A8FF-423F-8D18-754D132BB065}" type="pres">
      <dgm:prSet presAssocID="{7DF8026F-58E2-4E5A-A368-9A17D7BCA01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BCF0856-9E26-404D-83C8-C2E45B25E238}" type="pres">
      <dgm:prSet presAssocID="{0D28026E-F539-492D-BE16-C8DDDCF908FD}" presName="singleCycle" presStyleCnt="0"/>
      <dgm:spPr/>
    </dgm:pt>
    <dgm:pt modelId="{D66E814A-8F65-4401-B342-759AC009191C}" type="pres">
      <dgm:prSet presAssocID="{0D28026E-F539-492D-BE16-C8DDDCF908FD}" presName="singleCenter" presStyleLbl="node1" presStyleIdx="0" presStyleCnt="4" custScaleX="75049" custScaleY="75049">
        <dgm:presLayoutVars>
          <dgm:chMax val="7"/>
          <dgm:chPref val="7"/>
        </dgm:presLayoutVars>
      </dgm:prSet>
      <dgm:spPr/>
    </dgm:pt>
    <dgm:pt modelId="{AF14A63A-97C4-43B8-80D1-8F9292ACB53E}" type="pres">
      <dgm:prSet presAssocID="{D5F2CC2F-13FD-44C6-8778-EA8B3AA391E3}" presName="Name56" presStyleLbl="parChTrans1D2" presStyleIdx="0" presStyleCnt="3"/>
      <dgm:spPr/>
    </dgm:pt>
    <dgm:pt modelId="{7A918048-A5DF-4A15-86A5-3D0B0A1D297A}" type="pres">
      <dgm:prSet presAssocID="{2D6AE207-82BA-4638-BD56-47AC5174FF96}" presName="text0" presStyleLbl="node1" presStyleIdx="1" presStyleCnt="4" custScaleX="112013" custScaleY="112013">
        <dgm:presLayoutVars>
          <dgm:bulletEnabled val="1"/>
        </dgm:presLayoutVars>
      </dgm:prSet>
      <dgm:spPr/>
    </dgm:pt>
    <dgm:pt modelId="{050170F5-FE2B-4FCA-8E9E-93CACF736C5F}" type="pres">
      <dgm:prSet presAssocID="{FC9AE967-8EFF-4F48-9AC5-1CE729AC7A46}" presName="Name56" presStyleLbl="parChTrans1D2" presStyleIdx="1" presStyleCnt="3"/>
      <dgm:spPr/>
    </dgm:pt>
    <dgm:pt modelId="{211156A1-C512-4710-B551-E235D109C2DF}" type="pres">
      <dgm:prSet presAssocID="{2050AEE6-8A1C-4B0A-B968-AD14D41C7809}" presName="text0" presStyleLbl="node1" presStyleIdx="2" presStyleCnt="4" custScaleX="112013" custScaleY="112013">
        <dgm:presLayoutVars>
          <dgm:bulletEnabled val="1"/>
        </dgm:presLayoutVars>
      </dgm:prSet>
      <dgm:spPr/>
    </dgm:pt>
    <dgm:pt modelId="{23F643D8-6A58-4E65-8417-CE63F1D2DC77}" type="pres">
      <dgm:prSet presAssocID="{8C4B4B37-E06D-4AEF-BCCC-A0684F568535}" presName="Name56" presStyleLbl="parChTrans1D2" presStyleIdx="2" presStyleCnt="3"/>
      <dgm:spPr/>
    </dgm:pt>
    <dgm:pt modelId="{D4CD2495-F52D-4C02-A585-A04EB39482CC}" type="pres">
      <dgm:prSet presAssocID="{640FC7F8-880B-4C15-8FF5-D43A755054F1}" presName="text0" presStyleLbl="node1" presStyleIdx="3" presStyleCnt="4" custScaleX="112013" custScaleY="112013">
        <dgm:presLayoutVars>
          <dgm:bulletEnabled val="1"/>
        </dgm:presLayoutVars>
      </dgm:prSet>
      <dgm:spPr/>
    </dgm:pt>
  </dgm:ptLst>
  <dgm:cxnLst>
    <dgm:cxn modelId="{D8D2691F-6210-4C44-8591-7034CADF8C8F}" type="presOf" srcId="{7DF8026F-58E2-4E5A-A368-9A17D7BCA013}" destId="{F99059EE-A8FF-423F-8D18-754D132BB065}" srcOrd="0" destOrd="0" presId="urn:microsoft.com/office/officeart/2008/layout/RadialCluster"/>
    <dgm:cxn modelId="{92731E42-FA47-473C-9ED2-77968A61DEA8}" type="presOf" srcId="{D5F2CC2F-13FD-44C6-8778-EA8B3AA391E3}" destId="{AF14A63A-97C4-43B8-80D1-8F9292ACB53E}" srcOrd="0" destOrd="0" presId="urn:microsoft.com/office/officeart/2008/layout/RadialCluster"/>
    <dgm:cxn modelId="{FA592255-1F3A-4BC4-9DFB-EB30D4B2A35E}" type="presOf" srcId="{8C4B4B37-E06D-4AEF-BCCC-A0684F568535}" destId="{23F643D8-6A58-4E65-8417-CE63F1D2DC77}" srcOrd="0" destOrd="0" presId="urn:microsoft.com/office/officeart/2008/layout/RadialCluster"/>
    <dgm:cxn modelId="{5DCE7875-273E-4516-B0A9-7C5F9C2C70E1}" type="presOf" srcId="{640FC7F8-880B-4C15-8FF5-D43A755054F1}" destId="{D4CD2495-F52D-4C02-A585-A04EB39482CC}" srcOrd="0" destOrd="0" presId="urn:microsoft.com/office/officeart/2008/layout/RadialCluster"/>
    <dgm:cxn modelId="{C2B32C85-7BEC-4525-94F5-72BE905A405B}" srcId="{0D28026E-F539-492D-BE16-C8DDDCF908FD}" destId="{2050AEE6-8A1C-4B0A-B968-AD14D41C7809}" srcOrd="1" destOrd="0" parTransId="{FC9AE967-8EFF-4F48-9AC5-1CE729AC7A46}" sibTransId="{C99C8114-0847-4596-A3B9-D24512D6766A}"/>
    <dgm:cxn modelId="{F6851F93-A9C7-4928-9C76-A15760B5D60B}" srcId="{0D28026E-F539-492D-BE16-C8DDDCF908FD}" destId="{2D6AE207-82BA-4638-BD56-47AC5174FF96}" srcOrd="0" destOrd="0" parTransId="{D5F2CC2F-13FD-44C6-8778-EA8B3AA391E3}" sibTransId="{FBB29304-1AE0-4F25-A2EC-BD6CABCBD573}"/>
    <dgm:cxn modelId="{E3BEF799-1C87-4269-988E-70E468B1DC74}" srcId="{7DF8026F-58E2-4E5A-A368-9A17D7BCA013}" destId="{0D28026E-F539-492D-BE16-C8DDDCF908FD}" srcOrd="0" destOrd="0" parTransId="{EBBD1500-564E-4735-8878-E44F369AFE32}" sibTransId="{F71A6FB7-DEB8-484C-9EF4-96493357507F}"/>
    <dgm:cxn modelId="{C4CF5F9B-B391-4EF4-B304-6B532BC367CD}" type="presOf" srcId="{0D28026E-F539-492D-BE16-C8DDDCF908FD}" destId="{D66E814A-8F65-4401-B342-759AC009191C}" srcOrd="0" destOrd="0" presId="urn:microsoft.com/office/officeart/2008/layout/RadialCluster"/>
    <dgm:cxn modelId="{14D079A3-BE61-4381-8ED5-2ACE0824E762}" type="presOf" srcId="{2050AEE6-8A1C-4B0A-B968-AD14D41C7809}" destId="{211156A1-C512-4710-B551-E235D109C2DF}" srcOrd="0" destOrd="0" presId="urn:microsoft.com/office/officeart/2008/layout/RadialCluster"/>
    <dgm:cxn modelId="{3135D6D1-BC8C-4CBB-9B18-B83193B98B93}" srcId="{0D28026E-F539-492D-BE16-C8DDDCF908FD}" destId="{640FC7F8-880B-4C15-8FF5-D43A755054F1}" srcOrd="2" destOrd="0" parTransId="{8C4B4B37-E06D-4AEF-BCCC-A0684F568535}" sibTransId="{AA07F5A7-0A78-4B51-AAEA-188A17BAF25F}"/>
    <dgm:cxn modelId="{36573FE2-5CF9-46B0-8FEB-2B09AA0310FF}" type="presOf" srcId="{2D6AE207-82BA-4638-BD56-47AC5174FF96}" destId="{7A918048-A5DF-4A15-86A5-3D0B0A1D297A}" srcOrd="0" destOrd="0" presId="urn:microsoft.com/office/officeart/2008/layout/RadialCluster"/>
    <dgm:cxn modelId="{D41C8DEF-EBD7-4544-AFF4-4E1C2B3E0CAE}" type="presOf" srcId="{FC9AE967-8EFF-4F48-9AC5-1CE729AC7A46}" destId="{050170F5-FE2B-4FCA-8E9E-93CACF736C5F}" srcOrd="0" destOrd="0" presId="urn:microsoft.com/office/officeart/2008/layout/RadialCluster"/>
    <dgm:cxn modelId="{826C7525-E882-41CA-93A8-37F1908AC526}" type="presParOf" srcId="{F99059EE-A8FF-423F-8D18-754D132BB065}" destId="{DBCF0856-9E26-404D-83C8-C2E45B25E238}" srcOrd="0" destOrd="0" presId="urn:microsoft.com/office/officeart/2008/layout/RadialCluster"/>
    <dgm:cxn modelId="{FD4DCD2A-C34A-4825-86F3-2CE2081FE559}" type="presParOf" srcId="{DBCF0856-9E26-404D-83C8-C2E45B25E238}" destId="{D66E814A-8F65-4401-B342-759AC009191C}" srcOrd="0" destOrd="0" presId="urn:microsoft.com/office/officeart/2008/layout/RadialCluster"/>
    <dgm:cxn modelId="{1D51080F-9453-4F49-B66A-E6873E4FC8B1}" type="presParOf" srcId="{DBCF0856-9E26-404D-83C8-C2E45B25E238}" destId="{AF14A63A-97C4-43B8-80D1-8F9292ACB53E}" srcOrd="1" destOrd="0" presId="urn:microsoft.com/office/officeart/2008/layout/RadialCluster"/>
    <dgm:cxn modelId="{9A41F94E-52E2-4252-93A9-42B67C85EE3A}" type="presParOf" srcId="{DBCF0856-9E26-404D-83C8-C2E45B25E238}" destId="{7A918048-A5DF-4A15-86A5-3D0B0A1D297A}" srcOrd="2" destOrd="0" presId="urn:microsoft.com/office/officeart/2008/layout/RadialCluster"/>
    <dgm:cxn modelId="{35AA914B-8AF6-4B72-BD7C-F770DC5830E9}" type="presParOf" srcId="{DBCF0856-9E26-404D-83C8-C2E45B25E238}" destId="{050170F5-FE2B-4FCA-8E9E-93CACF736C5F}" srcOrd="3" destOrd="0" presId="urn:microsoft.com/office/officeart/2008/layout/RadialCluster"/>
    <dgm:cxn modelId="{06F0230A-67E9-436D-8729-4071738FCF95}" type="presParOf" srcId="{DBCF0856-9E26-404D-83C8-C2E45B25E238}" destId="{211156A1-C512-4710-B551-E235D109C2DF}" srcOrd="4" destOrd="0" presId="urn:microsoft.com/office/officeart/2008/layout/RadialCluster"/>
    <dgm:cxn modelId="{4DFAC63D-E2D7-4D05-9D96-B0500ABA4014}" type="presParOf" srcId="{DBCF0856-9E26-404D-83C8-C2E45B25E238}" destId="{23F643D8-6A58-4E65-8417-CE63F1D2DC77}" srcOrd="5" destOrd="0" presId="urn:microsoft.com/office/officeart/2008/layout/RadialCluster"/>
    <dgm:cxn modelId="{7D3D9320-6A01-4FC0-9FCD-1D0B5E2912D4}" type="presParOf" srcId="{DBCF0856-9E26-404D-83C8-C2E45B25E238}" destId="{D4CD2495-F52D-4C02-A585-A04EB39482CC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F8026F-58E2-4E5A-A368-9A17D7BCA013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DO"/>
        </a:p>
      </dgm:t>
    </dgm:pt>
    <dgm:pt modelId="{0D28026E-F539-492D-BE16-C8DDDCF908FD}">
      <dgm:prSet phldrT="[Text]" phldr="0"/>
      <dgm:spPr/>
      <dgm:t>
        <a:bodyPr/>
        <a:lstStyle/>
        <a:p>
          <a:r>
            <a:rPr lang="en-US"/>
            <a:t>Standard platooning</a:t>
          </a:r>
          <a:endParaRPr lang="es-DO"/>
        </a:p>
      </dgm:t>
    </dgm:pt>
    <dgm:pt modelId="{EBBD1500-564E-4735-8878-E44F369AFE32}" type="parTrans" cxnId="{E3BEF799-1C87-4269-988E-70E468B1DC74}">
      <dgm:prSet/>
      <dgm:spPr/>
      <dgm:t>
        <a:bodyPr/>
        <a:lstStyle/>
        <a:p>
          <a:endParaRPr lang="es-DO"/>
        </a:p>
      </dgm:t>
    </dgm:pt>
    <dgm:pt modelId="{F71A6FB7-DEB8-484C-9EF4-96493357507F}" type="sibTrans" cxnId="{E3BEF799-1C87-4269-988E-70E468B1DC74}">
      <dgm:prSet/>
      <dgm:spPr/>
      <dgm:t>
        <a:bodyPr/>
        <a:lstStyle/>
        <a:p>
          <a:endParaRPr lang="es-DO"/>
        </a:p>
      </dgm:t>
    </dgm:pt>
    <dgm:pt modelId="{2050AEE6-8A1C-4B0A-B968-AD14D41C7809}">
      <dgm:prSet phldrT="[Text]" phldr="0"/>
      <dgm:spPr/>
      <dgm:t>
        <a:bodyPr/>
        <a:lstStyle/>
        <a:p>
          <a:r>
            <a:rPr lang="en-US"/>
            <a:t>Emergency braking</a:t>
          </a:r>
          <a:endParaRPr lang="es-DO"/>
        </a:p>
      </dgm:t>
    </dgm:pt>
    <dgm:pt modelId="{FC9AE967-8EFF-4F48-9AC5-1CE729AC7A46}" type="parTrans" cxnId="{C2B32C85-7BEC-4525-94F5-72BE905A405B}">
      <dgm:prSet/>
      <dgm:spPr/>
      <dgm:t>
        <a:bodyPr/>
        <a:lstStyle/>
        <a:p>
          <a:endParaRPr lang="es-DO"/>
        </a:p>
      </dgm:t>
    </dgm:pt>
    <dgm:pt modelId="{C99C8114-0847-4596-A3B9-D24512D6766A}" type="sibTrans" cxnId="{C2B32C85-7BEC-4525-94F5-72BE905A405B}">
      <dgm:prSet/>
      <dgm:spPr/>
      <dgm:t>
        <a:bodyPr/>
        <a:lstStyle/>
        <a:p>
          <a:endParaRPr lang="es-DO"/>
        </a:p>
      </dgm:t>
    </dgm:pt>
    <dgm:pt modelId="{640FC7F8-880B-4C15-8FF5-D43A755054F1}">
      <dgm:prSet phldrT="[Text]" custT="1"/>
      <dgm:spPr/>
      <dgm:t>
        <a:bodyPr/>
        <a:lstStyle/>
        <a:p>
          <a:r>
            <a:rPr lang="en-US" sz="1050"/>
            <a:t>Communication failure</a:t>
          </a:r>
          <a:endParaRPr lang="es-DO" sz="1050"/>
        </a:p>
      </dgm:t>
    </dgm:pt>
    <dgm:pt modelId="{8C4B4B37-E06D-4AEF-BCCC-A0684F568535}" type="parTrans" cxnId="{3135D6D1-BC8C-4CBB-9B18-B83193B98B93}">
      <dgm:prSet/>
      <dgm:spPr/>
      <dgm:t>
        <a:bodyPr/>
        <a:lstStyle/>
        <a:p>
          <a:endParaRPr lang="es-DO"/>
        </a:p>
      </dgm:t>
    </dgm:pt>
    <dgm:pt modelId="{AA07F5A7-0A78-4B51-AAEA-188A17BAF25F}" type="sibTrans" cxnId="{3135D6D1-BC8C-4CBB-9B18-B83193B98B93}">
      <dgm:prSet/>
      <dgm:spPr/>
      <dgm:t>
        <a:bodyPr/>
        <a:lstStyle/>
        <a:p>
          <a:endParaRPr lang="es-DO"/>
        </a:p>
      </dgm:t>
    </dgm:pt>
    <dgm:pt modelId="{2D6AE207-82BA-4638-BD56-47AC5174FF96}">
      <dgm:prSet phldrT="[Text]" custT="1"/>
      <dgm:spPr/>
      <dgm:t>
        <a:bodyPr/>
        <a:lstStyle/>
        <a:p>
          <a:r>
            <a:rPr lang="en-US" sz="1000"/>
            <a:t>Joining/Leaving the platoon</a:t>
          </a:r>
          <a:endParaRPr lang="es-DO" sz="1000"/>
        </a:p>
      </dgm:t>
    </dgm:pt>
    <dgm:pt modelId="{FBB29304-1AE0-4F25-A2EC-BD6CABCBD573}" type="sibTrans" cxnId="{F6851F93-A9C7-4928-9C76-A15760B5D60B}">
      <dgm:prSet/>
      <dgm:spPr/>
      <dgm:t>
        <a:bodyPr/>
        <a:lstStyle/>
        <a:p>
          <a:endParaRPr lang="es-DO"/>
        </a:p>
      </dgm:t>
    </dgm:pt>
    <dgm:pt modelId="{D5F2CC2F-13FD-44C6-8778-EA8B3AA391E3}" type="parTrans" cxnId="{F6851F93-A9C7-4928-9C76-A15760B5D60B}">
      <dgm:prSet/>
      <dgm:spPr/>
      <dgm:t>
        <a:bodyPr/>
        <a:lstStyle/>
        <a:p>
          <a:endParaRPr lang="es-DO"/>
        </a:p>
      </dgm:t>
    </dgm:pt>
    <dgm:pt modelId="{F99059EE-A8FF-423F-8D18-754D132BB065}" type="pres">
      <dgm:prSet presAssocID="{7DF8026F-58E2-4E5A-A368-9A17D7BCA01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BCF0856-9E26-404D-83C8-C2E45B25E238}" type="pres">
      <dgm:prSet presAssocID="{0D28026E-F539-492D-BE16-C8DDDCF908FD}" presName="singleCycle" presStyleCnt="0"/>
      <dgm:spPr/>
    </dgm:pt>
    <dgm:pt modelId="{D66E814A-8F65-4401-B342-759AC009191C}" type="pres">
      <dgm:prSet presAssocID="{0D28026E-F539-492D-BE16-C8DDDCF908FD}" presName="singleCenter" presStyleLbl="node1" presStyleIdx="0" presStyleCnt="4" custScaleX="75049" custScaleY="75049">
        <dgm:presLayoutVars>
          <dgm:chMax val="7"/>
          <dgm:chPref val="7"/>
        </dgm:presLayoutVars>
      </dgm:prSet>
      <dgm:spPr/>
    </dgm:pt>
    <dgm:pt modelId="{AF14A63A-97C4-43B8-80D1-8F9292ACB53E}" type="pres">
      <dgm:prSet presAssocID="{D5F2CC2F-13FD-44C6-8778-EA8B3AA391E3}" presName="Name56" presStyleLbl="parChTrans1D2" presStyleIdx="0" presStyleCnt="3"/>
      <dgm:spPr/>
    </dgm:pt>
    <dgm:pt modelId="{7A918048-A5DF-4A15-86A5-3D0B0A1D297A}" type="pres">
      <dgm:prSet presAssocID="{2D6AE207-82BA-4638-BD56-47AC5174FF96}" presName="text0" presStyleLbl="node1" presStyleIdx="1" presStyleCnt="4" custScaleX="112013" custScaleY="112013">
        <dgm:presLayoutVars>
          <dgm:bulletEnabled val="1"/>
        </dgm:presLayoutVars>
      </dgm:prSet>
      <dgm:spPr/>
    </dgm:pt>
    <dgm:pt modelId="{050170F5-FE2B-4FCA-8E9E-93CACF736C5F}" type="pres">
      <dgm:prSet presAssocID="{FC9AE967-8EFF-4F48-9AC5-1CE729AC7A46}" presName="Name56" presStyleLbl="parChTrans1D2" presStyleIdx="1" presStyleCnt="3"/>
      <dgm:spPr/>
    </dgm:pt>
    <dgm:pt modelId="{211156A1-C512-4710-B551-E235D109C2DF}" type="pres">
      <dgm:prSet presAssocID="{2050AEE6-8A1C-4B0A-B968-AD14D41C7809}" presName="text0" presStyleLbl="node1" presStyleIdx="2" presStyleCnt="4" custScaleX="112013" custScaleY="112013">
        <dgm:presLayoutVars>
          <dgm:bulletEnabled val="1"/>
        </dgm:presLayoutVars>
      </dgm:prSet>
      <dgm:spPr/>
    </dgm:pt>
    <dgm:pt modelId="{23F643D8-6A58-4E65-8417-CE63F1D2DC77}" type="pres">
      <dgm:prSet presAssocID="{8C4B4B37-E06D-4AEF-BCCC-A0684F568535}" presName="Name56" presStyleLbl="parChTrans1D2" presStyleIdx="2" presStyleCnt="3"/>
      <dgm:spPr/>
    </dgm:pt>
    <dgm:pt modelId="{D4CD2495-F52D-4C02-A585-A04EB39482CC}" type="pres">
      <dgm:prSet presAssocID="{640FC7F8-880B-4C15-8FF5-D43A755054F1}" presName="text0" presStyleLbl="node1" presStyleIdx="3" presStyleCnt="4" custScaleX="112013" custScaleY="112013">
        <dgm:presLayoutVars>
          <dgm:bulletEnabled val="1"/>
        </dgm:presLayoutVars>
      </dgm:prSet>
      <dgm:spPr/>
    </dgm:pt>
  </dgm:ptLst>
  <dgm:cxnLst>
    <dgm:cxn modelId="{D8D2691F-6210-4C44-8591-7034CADF8C8F}" type="presOf" srcId="{7DF8026F-58E2-4E5A-A368-9A17D7BCA013}" destId="{F99059EE-A8FF-423F-8D18-754D132BB065}" srcOrd="0" destOrd="0" presId="urn:microsoft.com/office/officeart/2008/layout/RadialCluster"/>
    <dgm:cxn modelId="{92731E42-FA47-473C-9ED2-77968A61DEA8}" type="presOf" srcId="{D5F2CC2F-13FD-44C6-8778-EA8B3AA391E3}" destId="{AF14A63A-97C4-43B8-80D1-8F9292ACB53E}" srcOrd="0" destOrd="0" presId="urn:microsoft.com/office/officeart/2008/layout/RadialCluster"/>
    <dgm:cxn modelId="{FA592255-1F3A-4BC4-9DFB-EB30D4B2A35E}" type="presOf" srcId="{8C4B4B37-E06D-4AEF-BCCC-A0684F568535}" destId="{23F643D8-6A58-4E65-8417-CE63F1D2DC77}" srcOrd="0" destOrd="0" presId="urn:microsoft.com/office/officeart/2008/layout/RadialCluster"/>
    <dgm:cxn modelId="{5DCE7875-273E-4516-B0A9-7C5F9C2C70E1}" type="presOf" srcId="{640FC7F8-880B-4C15-8FF5-D43A755054F1}" destId="{D4CD2495-F52D-4C02-A585-A04EB39482CC}" srcOrd="0" destOrd="0" presId="urn:microsoft.com/office/officeart/2008/layout/RadialCluster"/>
    <dgm:cxn modelId="{C2B32C85-7BEC-4525-94F5-72BE905A405B}" srcId="{0D28026E-F539-492D-BE16-C8DDDCF908FD}" destId="{2050AEE6-8A1C-4B0A-B968-AD14D41C7809}" srcOrd="1" destOrd="0" parTransId="{FC9AE967-8EFF-4F48-9AC5-1CE729AC7A46}" sibTransId="{C99C8114-0847-4596-A3B9-D24512D6766A}"/>
    <dgm:cxn modelId="{F6851F93-A9C7-4928-9C76-A15760B5D60B}" srcId="{0D28026E-F539-492D-BE16-C8DDDCF908FD}" destId="{2D6AE207-82BA-4638-BD56-47AC5174FF96}" srcOrd="0" destOrd="0" parTransId="{D5F2CC2F-13FD-44C6-8778-EA8B3AA391E3}" sibTransId="{FBB29304-1AE0-4F25-A2EC-BD6CABCBD573}"/>
    <dgm:cxn modelId="{E3BEF799-1C87-4269-988E-70E468B1DC74}" srcId="{7DF8026F-58E2-4E5A-A368-9A17D7BCA013}" destId="{0D28026E-F539-492D-BE16-C8DDDCF908FD}" srcOrd="0" destOrd="0" parTransId="{EBBD1500-564E-4735-8878-E44F369AFE32}" sibTransId="{F71A6FB7-DEB8-484C-9EF4-96493357507F}"/>
    <dgm:cxn modelId="{C4CF5F9B-B391-4EF4-B304-6B532BC367CD}" type="presOf" srcId="{0D28026E-F539-492D-BE16-C8DDDCF908FD}" destId="{D66E814A-8F65-4401-B342-759AC009191C}" srcOrd="0" destOrd="0" presId="urn:microsoft.com/office/officeart/2008/layout/RadialCluster"/>
    <dgm:cxn modelId="{14D079A3-BE61-4381-8ED5-2ACE0824E762}" type="presOf" srcId="{2050AEE6-8A1C-4B0A-B968-AD14D41C7809}" destId="{211156A1-C512-4710-B551-E235D109C2DF}" srcOrd="0" destOrd="0" presId="urn:microsoft.com/office/officeart/2008/layout/RadialCluster"/>
    <dgm:cxn modelId="{3135D6D1-BC8C-4CBB-9B18-B83193B98B93}" srcId="{0D28026E-F539-492D-BE16-C8DDDCF908FD}" destId="{640FC7F8-880B-4C15-8FF5-D43A755054F1}" srcOrd="2" destOrd="0" parTransId="{8C4B4B37-E06D-4AEF-BCCC-A0684F568535}" sibTransId="{AA07F5A7-0A78-4B51-AAEA-188A17BAF25F}"/>
    <dgm:cxn modelId="{36573FE2-5CF9-46B0-8FEB-2B09AA0310FF}" type="presOf" srcId="{2D6AE207-82BA-4638-BD56-47AC5174FF96}" destId="{7A918048-A5DF-4A15-86A5-3D0B0A1D297A}" srcOrd="0" destOrd="0" presId="urn:microsoft.com/office/officeart/2008/layout/RadialCluster"/>
    <dgm:cxn modelId="{D41C8DEF-EBD7-4544-AFF4-4E1C2B3E0CAE}" type="presOf" srcId="{FC9AE967-8EFF-4F48-9AC5-1CE729AC7A46}" destId="{050170F5-FE2B-4FCA-8E9E-93CACF736C5F}" srcOrd="0" destOrd="0" presId="urn:microsoft.com/office/officeart/2008/layout/RadialCluster"/>
    <dgm:cxn modelId="{826C7525-E882-41CA-93A8-37F1908AC526}" type="presParOf" srcId="{F99059EE-A8FF-423F-8D18-754D132BB065}" destId="{DBCF0856-9E26-404D-83C8-C2E45B25E238}" srcOrd="0" destOrd="0" presId="urn:microsoft.com/office/officeart/2008/layout/RadialCluster"/>
    <dgm:cxn modelId="{FD4DCD2A-C34A-4825-86F3-2CE2081FE559}" type="presParOf" srcId="{DBCF0856-9E26-404D-83C8-C2E45B25E238}" destId="{D66E814A-8F65-4401-B342-759AC009191C}" srcOrd="0" destOrd="0" presId="urn:microsoft.com/office/officeart/2008/layout/RadialCluster"/>
    <dgm:cxn modelId="{1D51080F-9453-4F49-B66A-E6873E4FC8B1}" type="presParOf" srcId="{DBCF0856-9E26-404D-83C8-C2E45B25E238}" destId="{AF14A63A-97C4-43B8-80D1-8F9292ACB53E}" srcOrd="1" destOrd="0" presId="urn:microsoft.com/office/officeart/2008/layout/RadialCluster"/>
    <dgm:cxn modelId="{9A41F94E-52E2-4252-93A9-42B67C85EE3A}" type="presParOf" srcId="{DBCF0856-9E26-404D-83C8-C2E45B25E238}" destId="{7A918048-A5DF-4A15-86A5-3D0B0A1D297A}" srcOrd="2" destOrd="0" presId="urn:microsoft.com/office/officeart/2008/layout/RadialCluster"/>
    <dgm:cxn modelId="{35AA914B-8AF6-4B72-BD7C-F770DC5830E9}" type="presParOf" srcId="{DBCF0856-9E26-404D-83C8-C2E45B25E238}" destId="{050170F5-FE2B-4FCA-8E9E-93CACF736C5F}" srcOrd="3" destOrd="0" presId="urn:microsoft.com/office/officeart/2008/layout/RadialCluster"/>
    <dgm:cxn modelId="{06F0230A-67E9-436D-8729-4071738FCF95}" type="presParOf" srcId="{DBCF0856-9E26-404D-83C8-C2E45B25E238}" destId="{211156A1-C512-4710-B551-E235D109C2DF}" srcOrd="4" destOrd="0" presId="urn:microsoft.com/office/officeart/2008/layout/RadialCluster"/>
    <dgm:cxn modelId="{4DFAC63D-E2D7-4D05-9D96-B0500ABA4014}" type="presParOf" srcId="{DBCF0856-9E26-404D-83C8-C2E45B25E238}" destId="{23F643D8-6A58-4E65-8417-CE63F1D2DC77}" srcOrd="5" destOrd="0" presId="urn:microsoft.com/office/officeart/2008/layout/RadialCluster"/>
    <dgm:cxn modelId="{7D3D9320-6A01-4FC0-9FCD-1D0B5E2912D4}" type="presParOf" srcId="{DBCF0856-9E26-404D-83C8-C2E45B25E238}" destId="{D4CD2495-F52D-4C02-A585-A04EB39482CC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6E814A-8F65-4401-B342-759AC009191C}">
      <dsp:nvSpPr>
        <dsp:cNvPr id="0" name=""/>
        <dsp:cNvSpPr/>
      </dsp:nvSpPr>
      <dsp:spPr>
        <a:xfrm>
          <a:off x="2537458" y="2449780"/>
          <a:ext cx="1097282" cy="10972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Standard platooning</a:t>
          </a:r>
          <a:endParaRPr lang="es-DO" sz="1500" kern="1200"/>
        </a:p>
      </dsp:txBody>
      <dsp:txXfrm>
        <a:off x="2591023" y="2503345"/>
        <a:ext cx="990152" cy="990152"/>
      </dsp:txXfrm>
    </dsp:sp>
    <dsp:sp modelId="{AF14A63A-97C4-43B8-80D1-8F9292ACB53E}">
      <dsp:nvSpPr>
        <dsp:cNvPr id="0" name=""/>
        <dsp:cNvSpPr/>
      </dsp:nvSpPr>
      <dsp:spPr>
        <a:xfrm rot="16200000">
          <a:off x="2511521" y="1875202"/>
          <a:ext cx="114915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4915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918048-A5DF-4A15-86A5-3D0B0A1D297A}">
      <dsp:nvSpPr>
        <dsp:cNvPr id="0" name=""/>
        <dsp:cNvSpPr/>
      </dsp:nvSpPr>
      <dsp:spPr>
        <a:xfrm>
          <a:off x="2537461" y="203346"/>
          <a:ext cx="1097277" cy="10972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Joining/Leaving the platoon</a:t>
          </a:r>
          <a:endParaRPr lang="es-DO" sz="1000" kern="1200"/>
        </a:p>
      </dsp:txBody>
      <dsp:txXfrm>
        <a:off x="2591026" y="256911"/>
        <a:ext cx="990147" cy="990147"/>
      </dsp:txXfrm>
    </dsp:sp>
    <dsp:sp modelId="{050170F5-FE2B-4FCA-8E9E-93CACF736C5F}">
      <dsp:nvSpPr>
        <dsp:cNvPr id="0" name=""/>
        <dsp:cNvSpPr/>
      </dsp:nvSpPr>
      <dsp:spPr>
        <a:xfrm rot="1800000">
          <a:off x="3569133" y="3560031"/>
          <a:ext cx="97940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940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1156A1-C512-4710-B551-E235D109C2DF}">
      <dsp:nvSpPr>
        <dsp:cNvPr id="0" name=""/>
        <dsp:cNvSpPr/>
      </dsp:nvSpPr>
      <dsp:spPr>
        <a:xfrm>
          <a:off x="4482932" y="3573000"/>
          <a:ext cx="1097277" cy="10972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Emergency braking</a:t>
          </a:r>
          <a:endParaRPr lang="es-DO" sz="1400" kern="1200"/>
        </a:p>
      </dsp:txBody>
      <dsp:txXfrm>
        <a:off x="4536497" y="3626565"/>
        <a:ext cx="990147" cy="990147"/>
      </dsp:txXfrm>
    </dsp:sp>
    <dsp:sp modelId="{23F643D8-6A58-4E65-8417-CE63F1D2DC77}">
      <dsp:nvSpPr>
        <dsp:cNvPr id="0" name=""/>
        <dsp:cNvSpPr/>
      </dsp:nvSpPr>
      <dsp:spPr>
        <a:xfrm rot="9000000">
          <a:off x="1623659" y="3560031"/>
          <a:ext cx="97940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940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CD2495-F52D-4C02-A585-A04EB39482CC}">
      <dsp:nvSpPr>
        <dsp:cNvPr id="0" name=""/>
        <dsp:cNvSpPr/>
      </dsp:nvSpPr>
      <dsp:spPr>
        <a:xfrm>
          <a:off x="591989" y="3573000"/>
          <a:ext cx="1097277" cy="10972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Communication failure</a:t>
          </a:r>
          <a:endParaRPr lang="es-DO" sz="1050" kern="1200"/>
        </a:p>
      </dsp:txBody>
      <dsp:txXfrm>
        <a:off x="645554" y="3626565"/>
        <a:ext cx="990147" cy="9901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6E814A-8F65-4401-B342-759AC009191C}">
      <dsp:nvSpPr>
        <dsp:cNvPr id="0" name=""/>
        <dsp:cNvSpPr/>
      </dsp:nvSpPr>
      <dsp:spPr>
        <a:xfrm>
          <a:off x="2537458" y="2449780"/>
          <a:ext cx="1097282" cy="10972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Standard platooning</a:t>
          </a:r>
          <a:endParaRPr lang="es-DO" sz="1500" kern="1200"/>
        </a:p>
      </dsp:txBody>
      <dsp:txXfrm>
        <a:off x="2591023" y="2503345"/>
        <a:ext cx="990152" cy="990152"/>
      </dsp:txXfrm>
    </dsp:sp>
    <dsp:sp modelId="{AF14A63A-97C4-43B8-80D1-8F9292ACB53E}">
      <dsp:nvSpPr>
        <dsp:cNvPr id="0" name=""/>
        <dsp:cNvSpPr/>
      </dsp:nvSpPr>
      <dsp:spPr>
        <a:xfrm rot="16200000">
          <a:off x="2511521" y="1875202"/>
          <a:ext cx="114915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4915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918048-A5DF-4A15-86A5-3D0B0A1D297A}">
      <dsp:nvSpPr>
        <dsp:cNvPr id="0" name=""/>
        <dsp:cNvSpPr/>
      </dsp:nvSpPr>
      <dsp:spPr>
        <a:xfrm>
          <a:off x="2537461" y="203346"/>
          <a:ext cx="1097277" cy="10972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Joining/Leaving the platoon</a:t>
          </a:r>
          <a:endParaRPr lang="es-DO" sz="1000" kern="1200"/>
        </a:p>
      </dsp:txBody>
      <dsp:txXfrm>
        <a:off x="2591026" y="256911"/>
        <a:ext cx="990147" cy="990147"/>
      </dsp:txXfrm>
    </dsp:sp>
    <dsp:sp modelId="{050170F5-FE2B-4FCA-8E9E-93CACF736C5F}">
      <dsp:nvSpPr>
        <dsp:cNvPr id="0" name=""/>
        <dsp:cNvSpPr/>
      </dsp:nvSpPr>
      <dsp:spPr>
        <a:xfrm rot="1800000">
          <a:off x="3569133" y="3560031"/>
          <a:ext cx="97940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940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1156A1-C512-4710-B551-E235D109C2DF}">
      <dsp:nvSpPr>
        <dsp:cNvPr id="0" name=""/>
        <dsp:cNvSpPr/>
      </dsp:nvSpPr>
      <dsp:spPr>
        <a:xfrm>
          <a:off x="4482932" y="3573000"/>
          <a:ext cx="1097277" cy="10972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Emergency braking</a:t>
          </a:r>
          <a:endParaRPr lang="es-DO" sz="1400" kern="1200"/>
        </a:p>
      </dsp:txBody>
      <dsp:txXfrm>
        <a:off x="4536497" y="3626565"/>
        <a:ext cx="990147" cy="990147"/>
      </dsp:txXfrm>
    </dsp:sp>
    <dsp:sp modelId="{23F643D8-6A58-4E65-8417-CE63F1D2DC77}">
      <dsp:nvSpPr>
        <dsp:cNvPr id="0" name=""/>
        <dsp:cNvSpPr/>
      </dsp:nvSpPr>
      <dsp:spPr>
        <a:xfrm rot="9000000">
          <a:off x="1623659" y="3560031"/>
          <a:ext cx="97940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940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CD2495-F52D-4C02-A585-A04EB39482CC}">
      <dsp:nvSpPr>
        <dsp:cNvPr id="0" name=""/>
        <dsp:cNvSpPr/>
      </dsp:nvSpPr>
      <dsp:spPr>
        <a:xfrm>
          <a:off x="591989" y="3573000"/>
          <a:ext cx="1097277" cy="10972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Communication failure</a:t>
          </a:r>
          <a:endParaRPr lang="es-DO" sz="1050" kern="1200"/>
        </a:p>
      </dsp:txBody>
      <dsp:txXfrm>
        <a:off x="645554" y="3626565"/>
        <a:ext cx="990147" cy="9901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4735A-DEBB-4563-A331-95623941B84E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D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0EA17-5CF7-488F-B85D-4692013848E5}" type="slidenum">
              <a:rPr lang="es-DO" smtClean="0"/>
              <a:t>‹#›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44211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C836-81C2-4E5C-9779-3DF19BE6459B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14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CC3A9-F0B3-4176-B444-CC5375561D87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7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3B9BF-6CA8-4C60-9676-5407239237F4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7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6520-09EE-4448-A751-AC2C0455CF05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7D79A-49B5-4025-8C67-27F94D49B594}" type="datetime1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0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77CF5-FC4B-4701-8C27-76C2020ECC34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84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835E-EE74-45F8-ADDF-FDEFBF5985CC}" type="datetime1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496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ECF5-F14E-4470-BFF4-6414F003B74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7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00C8C-D8A2-4CA7-81EF-E9AF81BCA794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8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428BA-3871-4C4C-A38F-95E98087631B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02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32DE6-8C4E-4C78-ADC1-F4731FE369C3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12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A1D7388A-397D-418E-B4CE-F293FD8D3F6F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213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0B6C-B009-1755-C526-989BDA451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270571"/>
            <a:ext cx="10097966" cy="3835946"/>
          </a:xfrm>
        </p:spPr>
        <p:txBody>
          <a:bodyPr>
            <a:normAutofit/>
          </a:bodyPr>
          <a:lstStyle/>
          <a:p>
            <a:pPr algn="l"/>
            <a:br>
              <a:rPr lang="en-US"/>
            </a:br>
            <a:r>
              <a:rPr lang="en-US"/>
              <a:t>DPS/ESE Semester Project: </a:t>
            </a:r>
            <a:br>
              <a:rPr lang="en-US"/>
            </a:br>
            <a:r>
              <a:rPr lang="en-US"/>
              <a:t>Truck Platooning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E6B7E-FD51-22ED-7446-B16A4A336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0909" y="4106517"/>
            <a:ext cx="8132227" cy="200205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600">
                <a:latin typeface="Neue Haas Grotesk Text Pro"/>
                <a:cs typeface="Arial"/>
              </a:rPr>
              <a:t>Group 2</a:t>
            </a:r>
            <a:endParaRPr lang="en-US" sz="1600"/>
          </a:p>
          <a:p>
            <a:pPr algn="r">
              <a:lnSpc>
                <a:spcPct val="100000"/>
              </a:lnSpc>
            </a:pPr>
            <a:r>
              <a:rPr lang="en-US" sz="1600">
                <a:latin typeface="Neue Haas Grotesk Text Pro"/>
                <a:cs typeface="Arial"/>
              </a:rPr>
              <a:t>Aishwary Panchal ESE 7224347</a:t>
            </a:r>
            <a:endParaRPr lang="en-US" sz="1600"/>
          </a:p>
          <a:p>
            <a:pPr algn="r">
              <a:lnSpc>
                <a:spcPct val="100000"/>
              </a:lnSpc>
            </a:pPr>
            <a:r>
              <a:rPr lang="en-US" sz="1600">
                <a:latin typeface="Neue Haas Grotesk Text Pro"/>
                <a:cs typeface="Arial"/>
              </a:rPr>
              <a:t>Abdelrahman Abdin Mousa Abdin ESE 7223296</a:t>
            </a:r>
            <a:endParaRPr lang="en-US" sz="1600"/>
          </a:p>
          <a:p>
            <a:pPr algn="r">
              <a:lnSpc>
                <a:spcPct val="100000"/>
              </a:lnSpc>
            </a:pPr>
            <a:r>
              <a:rPr lang="en-US" sz="1600">
                <a:latin typeface="Neue Haas Grotesk Text Pro"/>
                <a:cs typeface="Arial"/>
              </a:rPr>
              <a:t>Girsy Guzmán Garcia ESE 7224626</a:t>
            </a:r>
            <a:endParaRPr lang="en-US" sz="1600"/>
          </a:p>
          <a:p>
            <a:pPr algn="r"/>
            <a:r>
              <a:rPr lang="en-US" sz="1600">
                <a:latin typeface="Neue Haas Grotesk Text Pro"/>
                <a:cs typeface="Arial"/>
              </a:rPr>
              <a:t>Amin </a:t>
            </a:r>
            <a:r>
              <a:rPr lang="en-US" sz="1600" err="1">
                <a:latin typeface="Neue Haas Grotesk Text Pro"/>
                <a:cs typeface="Arial"/>
              </a:rPr>
              <a:t>Elkasaby</a:t>
            </a:r>
            <a:r>
              <a:rPr lang="en-US" sz="1600">
                <a:latin typeface="Neue Haas Grotesk Text Pro"/>
                <a:cs typeface="Arial"/>
              </a:rPr>
              <a:t> ESE 7224933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7800A-5BD3-9E0F-930E-2190E96CB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11A65-915A-D2D6-666E-4B7A7432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8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A7B6-52E9-4D27-F4D3-E823593CA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34A6F-5ED8-A3DF-A569-59F969937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59E34-CEFA-7553-F744-13D0BFCC4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1B188-3007-3EF5-BA03-DA1CBC619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69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C8BF82-8BEE-0DEC-1F47-E35F72DD4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cases of the system</a:t>
            </a:r>
            <a:endParaRPr lang="es-D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0D385B-7132-3100-DD70-D23B2039B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7DB65-D8DE-11FD-55DA-9F554B9E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DF428-2515-6C58-95F1-35DF38A1E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90560C7-B462-EAC2-66C2-CB402283A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221411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0741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F0AD6945-D11C-4AF3-9857-A86B05E8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678" y="766918"/>
            <a:ext cx="10680222" cy="796770"/>
          </a:xfrm>
        </p:spPr>
        <p:txBody>
          <a:bodyPr/>
          <a:lstStyle/>
          <a:p>
            <a:r>
              <a:rPr lang="en-US"/>
              <a:t>SYSTEM REQUIREMENTS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9D60BB-E6FB-5575-0433-AF87A52A7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2138300" y="1563688"/>
            <a:ext cx="7565074" cy="4482306"/>
          </a:xfrm>
          <a:prstGeom prst="rect">
            <a:avLst/>
          </a:prstGeom>
          <a:noFill/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066D28BB-20E3-7CDD-5587-4E23974C9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A03B6BDD-F0D6-B30B-D0FD-8414E5A2C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37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F365-B85A-BBFC-6EBE-5847A4A92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6B96A8-E82A-86B7-D7AF-124555373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5889" b="67189"/>
          <a:stretch>
            <a:fillRect/>
          </a:stretch>
        </p:blipFill>
        <p:spPr>
          <a:xfrm>
            <a:off x="1157835" y="1713523"/>
            <a:ext cx="9764064" cy="384248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F223EC-39D3-BBD5-F776-82CAD5C8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71ED6-C1FC-15D8-33B5-104DA8A6B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01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2CED5-7B22-00A7-D497-617E207C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7EE73-485B-828B-B591-0AEE89F38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930150"/>
          </a:xfrm>
        </p:spPr>
        <p:txBody>
          <a:bodyPr/>
          <a:lstStyle/>
          <a:p>
            <a:r>
              <a:rPr lang="en-US"/>
              <a:t>Block definition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2EF935-427F-C65D-0DE4-108C9604D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157"/>
          <a:stretch>
            <a:fillRect/>
          </a:stretch>
        </p:blipFill>
        <p:spPr>
          <a:xfrm>
            <a:off x="2644928" y="1649947"/>
            <a:ext cx="6985455" cy="439296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96CB1E-44BA-1DDD-4D5B-BA86B0AD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68998-9A21-A4FC-AEF5-370DEC94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10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09A845-3579-105F-D511-41549565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Sequence diagram</a:t>
            </a:r>
            <a:endParaRPr lang="es-DO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9EF9909-215F-4CD7-9CEB-DC4B71213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7702" y="987425"/>
            <a:ext cx="2657779" cy="577442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3FA99-4C27-7E2C-0971-0533794F8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C385B-0724-55F6-B9AE-DC5BDD693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57101-2BB2-246F-0E13-4A65615D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93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BD58E5A-59F3-8B68-AC39-B8BCABA9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894946"/>
            <a:ext cx="4571768" cy="1489378"/>
          </a:xfrm>
        </p:spPr>
        <p:txBody>
          <a:bodyPr>
            <a:normAutofit fontScale="90000"/>
          </a:bodyPr>
          <a:lstStyle/>
          <a:p>
            <a:r>
              <a:rPr lang="en-US"/>
              <a:t>Parametric constraints diagrams</a:t>
            </a:r>
            <a:endParaRPr lang="es-D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DFF014A-0355-7AC7-B3BB-F927C36D7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4084D-F31E-6EDF-02E4-BA0BAF31E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0FB0E-5C3F-A133-7B4B-5787E731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8</a:t>
            </a:fld>
            <a:endParaRPr lang="en-US"/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76E12B88-1FEF-75CC-4328-55DDA98FA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212" y="1002955"/>
            <a:ext cx="5114925" cy="1638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F291F0-6BB5-2192-EEA8-895CB6BEA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4442819"/>
            <a:ext cx="5124450" cy="1638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B6B9BE-3B17-FF42-E5E9-5F25C8BED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20" y="4442819"/>
            <a:ext cx="5114925" cy="1638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E18F90-FA8A-3B59-85EC-A619A4CC4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395" y="2722887"/>
            <a:ext cx="5124450" cy="1638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8B7C7F-30AE-4313-D7CD-5DCB807F2A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450" y="2722887"/>
            <a:ext cx="512445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28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5BF2AEC-77DE-499D-34EC-B686294A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Allocation diagrams</a:t>
            </a:r>
            <a:endParaRPr lang="es-D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EAE843-2FCE-A656-7B38-F8E580F89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7F9AB-6380-46E2-75AD-0B22DC2E9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D59B4-7171-E6B8-19DF-FD6E0654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184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7686D9-112B-1AFC-0884-1C00F0BB4E5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655762" y="777875"/>
            <a:ext cx="8880475" cy="530225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4B8149-2BCE-BA4A-4D10-90CFB94C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41073-88C2-1A38-F91A-41C5D094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35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0B6CAC-42CE-79A1-E06B-63AEBE7F1A9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649412" y="774700"/>
            <a:ext cx="8893175" cy="53086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C5ED-2D6D-1065-207E-06C929D12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8E729-6A35-6EE6-B3FF-FE5875C83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18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AF52E7-C4FD-9135-66F3-6C1D82C642B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635562" y="788650"/>
            <a:ext cx="8920876" cy="528069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D849F-CD4B-0566-5DB5-8CB6B3CC7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A7208-1573-D268-0C23-23712949A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42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0197E0-3F2C-EB51-AFF3-47226890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Internal block diagrams</a:t>
            </a:r>
            <a:endParaRPr lang="es-DO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5FC564-ADDB-4EA5-C9A6-654E10231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70B3B-D6AE-24A4-F6DE-B0D385915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4A96B-2398-AF62-A3DF-E9AD2891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45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4EE5E4-1AAC-22B2-E85E-7508BF55883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527839" y="772285"/>
            <a:ext cx="9136322" cy="531343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BEBBE-F136-9946-D6A1-FA94F5778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F062E-2E7E-44E8-27DB-058893701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43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4635233-1D63-E738-D702-B1EDE3ECB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787" y="798114"/>
            <a:ext cx="6912425" cy="526177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07AA92-D1C9-BED6-A915-9CAC5590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83332-AFF8-FD48-95F6-A9E5E225F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A1FA6-3DC8-2481-7AB4-8196E075A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5402C6-A0D6-05EE-2ECA-9F15D08C3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machines</a:t>
            </a:r>
            <a:endParaRPr lang="es-DO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8D029-52C3-7590-FF2B-5D91D366F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A41B6-1761-D355-5725-40C8AAE03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B7B77-0667-544B-6477-6C472FCA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63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DFC8F6C-2D7F-A043-5043-5807F5D14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428" b="1"/>
          <a:stretch>
            <a:fillRect/>
          </a:stretch>
        </p:blipFill>
        <p:spPr>
          <a:xfrm>
            <a:off x="234331" y="132422"/>
            <a:ext cx="11723338" cy="659315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726569-6639-B9EB-1FAB-7CAFE23FD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A26E7B-7A39-D63D-11A8-29160750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16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289EE-D31B-6D44-984A-DF6444B0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220" y="773413"/>
            <a:ext cx="10691265" cy="1034523"/>
          </a:xfrm>
        </p:spPr>
        <p:txBody>
          <a:bodyPr/>
          <a:lstStyle/>
          <a:p>
            <a:r>
              <a:rPr lang="en-US"/>
              <a:t>Mapping to prototype hardware</a:t>
            </a:r>
            <a:endParaRPr lang="es-D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08F3B-FAF7-21DB-37F8-884C77A0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D05D5-D1AB-3230-73DE-1F30BA9C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18</a:t>
            </a:fld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CDCD7B3-D379-7F16-E2EE-3A9A2407F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3985" y="1486952"/>
            <a:ext cx="10005781" cy="444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57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731E-1027-46D6-7F9B-B129CD834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</a:t>
            </a:r>
            <a:endParaRPr lang="es-D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31BEA-442B-3CA2-BE9A-5D541ABC9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5223" y="2128684"/>
            <a:ext cx="5334897" cy="13755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DO" err="1"/>
              <a:t>Chosen</a:t>
            </a:r>
            <a:r>
              <a:rPr lang="es-DO"/>
              <a:t> Hardware: STM32F4 series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DO"/>
              <a:t>CPU: ARM </a:t>
            </a:r>
            <a:r>
              <a:rPr lang="es-DO" err="1"/>
              <a:t>Cortex</a:t>
            </a:r>
            <a:r>
              <a:rPr lang="es-DO"/>
              <a:t> – M4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DO" err="1"/>
              <a:t>Frequency</a:t>
            </a:r>
            <a:r>
              <a:rPr lang="es-DO"/>
              <a:t>: 168 MHz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E002396-6E25-B6AC-BF39-84157E7FAD7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45704667"/>
              </p:ext>
            </p:extLst>
          </p:nvPr>
        </p:nvGraphicFramePr>
        <p:xfrm>
          <a:off x="3910519" y="3142123"/>
          <a:ext cx="750372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094">
                  <a:extLst>
                    <a:ext uri="{9D8B030D-6E8A-4147-A177-3AD203B41FA5}">
                      <a16:colId xmlns:a16="http://schemas.microsoft.com/office/drawing/2014/main" val="4192335782"/>
                    </a:ext>
                  </a:extLst>
                </a:gridCol>
                <a:gridCol w="1899636">
                  <a:extLst>
                    <a:ext uri="{9D8B030D-6E8A-4147-A177-3AD203B41FA5}">
                      <a16:colId xmlns:a16="http://schemas.microsoft.com/office/drawing/2014/main" val="3116895468"/>
                    </a:ext>
                  </a:extLst>
                </a:gridCol>
                <a:gridCol w="854136">
                  <a:extLst>
                    <a:ext uri="{9D8B030D-6E8A-4147-A177-3AD203B41FA5}">
                      <a16:colId xmlns:a16="http://schemas.microsoft.com/office/drawing/2014/main" val="2863100868"/>
                    </a:ext>
                  </a:extLst>
                </a:gridCol>
                <a:gridCol w="968630">
                  <a:extLst>
                    <a:ext uri="{9D8B030D-6E8A-4147-A177-3AD203B41FA5}">
                      <a16:colId xmlns:a16="http://schemas.microsoft.com/office/drawing/2014/main" val="2363085453"/>
                    </a:ext>
                  </a:extLst>
                </a:gridCol>
                <a:gridCol w="1149745">
                  <a:extLst>
                    <a:ext uri="{9D8B030D-6E8A-4147-A177-3AD203B41FA5}">
                      <a16:colId xmlns:a16="http://schemas.microsoft.com/office/drawing/2014/main" val="3259212477"/>
                    </a:ext>
                  </a:extLst>
                </a:gridCol>
                <a:gridCol w="1633486">
                  <a:extLst>
                    <a:ext uri="{9D8B030D-6E8A-4147-A177-3AD203B41FA5}">
                      <a16:colId xmlns:a16="http://schemas.microsoft.com/office/drawing/2014/main" val="2338819933"/>
                    </a:ext>
                  </a:extLst>
                </a:gridCol>
              </a:tblGrid>
              <a:tr h="626391">
                <a:tc>
                  <a:txBody>
                    <a:bodyPr/>
                    <a:lstStyle/>
                    <a:p>
                      <a:r>
                        <a:rPr lang="en-US"/>
                        <a:t>Task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Task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Period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WCET (</a:t>
                      </a:r>
                      <a:r>
                        <a:rPr lang="en-US" sz="1800" b="0" i="0" u="none" strike="noStrike" noProof="0">
                          <a:latin typeface="Calisto MT"/>
                        </a:rPr>
                        <a:t>µs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Deadline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59810"/>
                  </a:ext>
                </a:extLst>
              </a:tr>
              <a:tr h="362909">
                <a:tc>
                  <a:txBody>
                    <a:bodyPr/>
                    <a:lstStyle/>
                    <a:p>
                      <a:r>
                        <a:rPr lang="en-US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Control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Critical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975403"/>
                  </a:ext>
                </a:extLst>
              </a:tr>
              <a:tr h="362909">
                <a:tc>
                  <a:txBody>
                    <a:bodyPr/>
                    <a:lstStyle/>
                    <a:p>
                      <a:r>
                        <a:rPr lang="en-US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Safety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682597"/>
                  </a:ext>
                </a:extLst>
              </a:tr>
              <a:tr h="6263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Communication link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733993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39A6F-ED3D-ABE8-1E7B-E82003D8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B5FE2-BE9E-131C-E21E-8F590A8E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187143-27B7-3BA5-83DE-FFBA93C4D756}"/>
              </a:ext>
            </a:extLst>
          </p:cNvPr>
          <p:cNvSpPr txBox="1"/>
          <p:nvPr/>
        </p:nvSpPr>
        <p:spPr>
          <a:xfrm>
            <a:off x="7276176" y="2716170"/>
            <a:ext cx="2152653" cy="3803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For Follower truck: </a:t>
            </a:r>
          </a:p>
        </p:txBody>
      </p:sp>
    </p:spTree>
    <p:extLst>
      <p:ext uri="{BB962C8B-B14F-4D97-AF65-F5344CB8AC3E}">
        <p14:creationId xmlns:p14="http://schemas.microsoft.com/office/powerpoint/2010/main" val="1269225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04934-7A75-52BB-C49B-A350E93E2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8CBE-AD42-12C1-1455-6570AF2E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</a:t>
            </a:r>
            <a:endParaRPr lang="es-D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A0CD7-0107-03CF-2E08-59E7A61927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DO" err="1"/>
              <a:t>Chosen</a:t>
            </a:r>
            <a:r>
              <a:rPr lang="es-DO"/>
              <a:t> Hardware: STM32F4 series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DO"/>
              <a:t>CPU: ARM </a:t>
            </a:r>
            <a:r>
              <a:rPr lang="es-DO" err="1"/>
              <a:t>Cortex</a:t>
            </a:r>
            <a:r>
              <a:rPr lang="es-DO"/>
              <a:t> – M4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DO" err="1"/>
              <a:t>Frequency</a:t>
            </a:r>
            <a:r>
              <a:rPr lang="es-DO"/>
              <a:t>: 168 MHz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E587A1A-0AE5-2BC7-0921-B2BA3D7BB7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3923662"/>
              </p:ext>
            </p:extLst>
          </p:nvPr>
        </p:nvGraphicFramePr>
        <p:xfrm>
          <a:off x="4260716" y="3092174"/>
          <a:ext cx="7439237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517">
                  <a:extLst>
                    <a:ext uri="{9D8B030D-6E8A-4147-A177-3AD203B41FA5}">
                      <a16:colId xmlns:a16="http://schemas.microsoft.com/office/drawing/2014/main" val="4192335782"/>
                    </a:ext>
                  </a:extLst>
                </a:gridCol>
                <a:gridCol w="1938507">
                  <a:extLst>
                    <a:ext uri="{9D8B030D-6E8A-4147-A177-3AD203B41FA5}">
                      <a16:colId xmlns:a16="http://schemas.microsoft.com/office/drawing/2014/main" val="3116895468"/>
                    </a:ext>
                  </a:extLst>
                </a:gridCol>
                <a:gridCol w="1001949">
                  <a:extLst>
                    <a:ext uri="{9D8B030D-6E8A-4147-A177-3AD203B41FA5}">
                      <a16:colId xmlns:a16="http://schemas.microsoft.com/office/drawing/2014/main" val="286310086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2363085453"/>
                    </a:ext>
                  </a:extLst>
                </a:gridCol>
                <a:gridCol w="1461996">
                  <a:extLst>
                    <a:ext uri="{9D8B030D-6E8A-4147-A177-3AD203B41FA5}">
                      <a16:colId xmlns:a16="http://schemas.microsoft.com/office/drawing/2014/main" val="3259212477"/>
                    </a:ext>
                  </a:extLst>
                </a:gridCol>
                <a:gridCol w="1239872">
                  <a:extLst>
                    <a:ext uri="{9D8B030D-6E8A-4147-A177-3AD203B41FA5}">
                      <a16:colId xmlns:a16="http://schemas.microsoft.com/office/drawing/2014/main" val="2338819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Task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Task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Period (</a:t>
                      </a:r>
                      <a:r>
                        <a:rPr lang="en-US" err="1"/>
                        <a:t>ms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WCET (</a:t>
                      </a:r>
                      <a:r>
                        <a:rPr lang="en-US" sz="1800" b="0" i="0" u="none" strike="noStrike" noProof="0">
                          <a:latin typeface="Calisto MT"/>
                        </a:rPr>
                        <a:t>µs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Deadline (</a:t>
                      </a:r>
                      <a:r>
                        <a:rPr lang="en-US" err="1"/>
                        <a:t>ms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5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Control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Critical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975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Communication link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682597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B2AC-26A4-8205-A229-C846D444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2AD38-3A5D-CD52-AE0E-DAA01D655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20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A171E7-E23D-120C-CF3A-1CE1BDF6AEB9}"/>
              </a:ext>
            </a:extLst>
          </p:cNvPr>
          <p:cNvSpPr txBox="1"/>
          <p:nvPr/>
        </p:nvSpPr>
        <p:spPr>
          <a:xfrm>
            <a:off x="7276176" y="2725898"/>
            <a:ext cx="2152653" cy="3803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For Lead truck: </a:t>
            </a:r>
          </a:p>
        </p:txBody>
      </p:sp>
    </p:spTree>
    <p:extLst>
      <p:ext uri="{BB962C8B-B14F-4D97-AF65-F5344CB8AC3E}">
        <p14:creationId xmlns:p14="http://schemas.microsoft.com/office/powerpoint/2010/main" val="3023933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FFB80-8ACD-F3DA-3435-83E2FEFB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D4E0E-4D9E-E122-BF1C-E82172913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</a:t>
            </a:r>
            <a:endParaRPr lang="es-DO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3E5070F-E1E5-5EF3-16C6-D9B315AE9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Utilities for lead and follower trucks calculated using </a:t>
            </a:r>
            <a:r>
              <a:rPr lang="en-US">
                <a:ea typeface="+mn-lt"/>
                <a:cs typeface="+mn-lt"/>
              </a:rPr>
              <a:t>Σ</a:t>
            </a:r>
            <a:r>
              <a:rPr lang="en-US"/>
              <a:t> (c</a:t>
            </a:r>
            <a:r>
              <a:rPr lang="en-US" baseline="-25000"/>
              <a:t>i</a:t>
            </a:r>
            <a:r>
              <a:rPr lang="en-US"/>
              <a:t> / </a:t>
            </a:r>
            <a:r>
              <a:rPr lang="en-US" err="1"/>
              <a:t>t</a:t>
            </a:r>
            <a:r>
              <a:rPr lang="en-US" baseline="-25000" err="1"/>
              <a:t>i</a:t>
            </a:r>
            <a:r>
              <a:rPr lang="en-US"/>
              <a:t>):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 (follower) = 12/16000 + 2/50000 + 0.7/100000 = 0.000797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 (lead) = 2/16000 + 0.7/100000 = 0.000132</a:t>
            </a:r>
          </a:p>
          <a:p>
            <a:r>
              <a:rPr lang="en-US"/>
              <a:t>For EDF </a:t>
            </a:r>
            <a:r>
              <a:rPr lang="en-US" err="1"/>
              <a:t>schedulability</a:t>
            </a:r>
            <a:r>
              <a:rPr lang="en-US"/>
              <a:t>, the U of the tasks of the components should be less than or equal to 1 and since both utilities are less than 1, both of them are schedulable via EDF</a:t>
            </a:r>
            <a:br>
              <a:rPr lang="en-US"/>
            </a:b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53EE9-1AB6-71B3-1446-5EEF513A8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8B97C-0285-25FC-1813-E9E1DFAFA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25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99EC-82DD-BED7-72B8-DAC6E83F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and verification</a:t>
            </a:r>
            <a:br>
              <a:rPr lang="en-US"/>
            </a:br>
            <a:endParaRPr lang="es-D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EE1AE-6ACC-49EC-459F-D391A55C9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DO" err="1"/>
              <a:t>We</a:t>
            </a:r>
            <a:r>
              <a:rPr lang="es-DO"/>
              <a:t> </a:t>
            </a:r>
            <a:r>
              <a:rPr lang="es-DO" err="1"/>
              <a:t>have</a:t>
            </a:r>
            <a:r>
              <a:rPr lang="es-DO"/>
              <a:t> done </a:t>
            </a:r>
            <a:r>
              <a:rPr lang="es-DO" err="1"/>
              <a:t>unit</a:t>
            </a:r>
            <a:r>
              <a:rPr lang="es-DO"/>
              <a:t> </a:t>
            </a:r>
            <a:r>
              <a:rPr lang="es-DO" err="1"/>
              <a:t>testing</a:t>
            </a:r>
            <a:r>
              <a:rPr lang="es-DO"/>
              <a:t> </a:t>
            </a:r>
            <a:r>
              <a:rPr lang="es-DO" err="1"/>
              <a:t>using</a:t>
            </a:r>
            <a:r>
              <a:rPr lang="es-DO"/>
              <a:t> </a:t>
            </a:r>
            <a:r>
              <a:rPr lang="es-DO" err="1"/>
              <a:t>CUnit</a:t>
            </a:r>
            <a:r>
              <a:rPr lang="es-DO"/>
              <a:t> as </a:t>
            </a:r>
            <a:r>
              <a:rPr lang="es-DO" err="1"/>
              <a:t>well</a:t>
            </a:r>
            <a:r>
              <a:rPr lang="es-DO"/>
              <a:t> as </a:t>
            </a:r>
            <a:r>
              <a:rPr lang="es-DO" err="1"/>
              <a:t>defect</a:t>
            </a:r>
            <a:r>
              <a:rPr lang="es-DO"/>
              <a:t> testing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BFC0E-F39F-4D9B-C641-5994E50D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D32E6-2DCD-5B7F-B842-D9753C340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50FDE0-BA8E-3392-6758-3EDE1A447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676" y="3171893"/>
            <a:ext cx="544830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14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23820D0-25C7-1ADB-0A90-6A91D2DBE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Fault  tree analysis</a:t>
            </a:r>
            <a:endParaRPr lang="es-DO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23DD2A-9776-056D-AB82-E4178D4CB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9BB76-B999-F928-DB0E-25774D8D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1E54F-6294-D4AF-C041-7E82AD9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076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ED43D-EBE4-BA24-A9E1-623EE73F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platooning</a:t>
            </a:r>
            <a:endParaRPr lang="es-D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75B0B-6F44-E5C1-D3D2-375A1171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B465C-B8A4-5797-E02E-83D69CFD1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24</a:t>
            </a:fld>
            <a:endParaRPr lang="en-US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E9CC5F59-46B7-0C47-B5A4-4011B12244E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-281" b="42"/>
          <a:stretch>
            <a:fillRect/>
          </a:stretch>
        </p:blipFill>
        <p:spPr>
          <a:xfrm>
            <a:off x="4783470" y="798001"/>
            <a:ext cx="5911518" cy="555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59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14A03-49B6-AD31-70F7-8D4EB123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Joining/leaving platoon</a:t>
            </a:r>
            <a:endParaRPr lang="es-DO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0B6A203-41EC-AAD6-9B9A-FA1D64F56F7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43" r="143"/>
          <a:stretch/>
        </p:blipFill>
        <p:spPr>
          <a:xfrm>
            <a:off x="4902623" y="921708"/>
            <a:ext cx="7014120" cy="543464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FFA92C-D2FD-51AA-C20E-157B0A7E8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0728A-A6ED-D59C-DE2B-739FFB4D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2A75B-D2E8-B9E5-C22A-2D457E70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33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80EFBAA-D3C4-D391-9928-16AEC3D03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Emergency braking</a:t>
            </a:r>
            <a:endParaRPr lang="es-D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EB9081-83E5-9A74-DDF4-FA78E9817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922DB-9B8C-3FBF-6008-9CC23047D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91904-2103-50CA-E95A-EBE347C2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26</a:t>
            </a:fld>
            <a:endParaRPr lang="en-US"/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4CFB53A5-A680-9AAA-51D7-367519F762A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-1418" b="-586"/>
          <a:stretch>
            <a:fillRect/>
          </a:stretch>
        </p:blipFill>
        <p:spPr>
          <a:xfrm>
            <a:off x="5183188" y="806824"/>
            <a:ext cx="6172200" cy="505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887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EC0D-F5A8-CEF5-BE18-8DA439E2A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C792D4D-56A5-9282-0445-AEDD202E5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/>
              <a:t>Communication failure</a:t>
            </a:r>
            <a:endParaRPr lang="es-DO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7FCE3D6D-6AA4-EF37-006D-F19AD7855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3334" y="1476906"/>
            <a:ext cx="8293852" cy="4494049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A181C-601A-7A4B-9E61-55E20335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F1111-073D-28B4-295F-0F6AFD56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58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630FF-43C5-8DE0-1ACD-B446AE7B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09908-37CD-B83F-4A07-D9D5BEE4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1074-3D6D-5234-69B3-50F6FB041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84C6C4-A18E-BE8A-F4FB-6E0CFE77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1DA6B-0F01-29C5-A82E-FA3D16B09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05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4BF2-B1D4-3752-324A-3861513AE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A9F698-4982-68CA-BBC3-86BD939F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cases of the system</a:t>
            </a:r>
            <a:endParaRPr lang="es-D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2A37B9-7FCC-3F85-510B-034E05E1F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E3988-55D0-2134-D6D2-BDC314BB9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0E1FF-DD1A-2456-6C52-09FAA3E57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32452AD3-09BE-B660-4024-04B45694AA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4672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FEAF-66B2-D086-690D-0A7C0BAFB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platooning</a:t>
            </a:r>
            <a:endParaRPr lang="es-D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60EA2-913C-DDF0-D64C-54BAD7E93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C9EEF-4170-7048-B629-4A87CC88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6F596-51F1-04A0-C755-9B12B8EF4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83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68276-C0BE-BE38-A720-BF829242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D674CF-0EB1-691A-84B0-3C1A9A4EB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625" y="0"/>
            <a:ext cx="11588750" cy="686048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8B00C-58C0-E9D6-382C-89E268356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71BE9-DB4F-A44F-398B-CDE4DABDB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52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3E53-D8ED-19C7-EA6E-863408A1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172D-DC84-79EB-ED06-9E1810A2F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Joining/leaving platoon</a:t>
            </a:r>
            <a:endParaRPr lang="es-D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6C1DA-13D2-1562-96D6-44043A102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D695F-C034-04CA-052D-7DC5D5229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D5F27-2BFF-9F76-5795-A38061CE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06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56078-C70B-F526-8623-4569D596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A53BC3-FD30-A4D0-23A6-48C5078B8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43" t="2119" r="471" b="1247"/>
          <a:stretch>
            <a:fillRect/>
          </a:stretch>
        </p:blipFill>
        <p:spPr>
          <a:xfrm>
            <a:off x="244812" y="463349"/>
            <a:ext cx="11702375" cy="593130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6CB2AC-B270-3D59-813D-DAC21D002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F384B-FD8D-F071-DB35-7D0297864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95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05F43-1FCF-5702-E913-338218733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Emergency braking</a:t>
            </a:r>
            <a:endParaRPr lang="es-D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7C35B-0186-43C3-0878-741F1EB5C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BB8BBA-CBCB-71EC-22B8-8A52C020B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789EE-79C4-AF67-434D-5703BB73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538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C05CE5-7DED-7B96-AC6D-33C926AE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C15669-59D8-D0DC-4363-E041CBCD3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35</a:t>
            </a:fld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13A95B-23BD-BC53-9BCE-FC487B2FD3C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1275" y="1036637"/>
            <a:ext cx="12109450" cy="478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597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BD1F-F065-4392-822B-EF2195DA2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Communication failure</a:t>
            </a:r>
            <a:endParaRPr lang="es-D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D8A7F-B3F3-4FCA-FDA0-11F2908A5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42E50-4D72-C8CC-0FBA-593EECB2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84D3E-1D1D-E5D7-DB9F-CE3D45A7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253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F885-E8D4-8EEB-090C-992442E0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C979BC-CB1F-494F-917E-55BFF21CD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85" y="448667"/>
            <a:ext cx="11986629" cy="596066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99790-7B17-962D-2CE5-D9361B50A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0E670-1508-8629-F458-9BA6F6BE0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490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45AC87-B74A-7DF0-E807-86AC66BE5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s-DO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F88D09-BA3A-C9A5-2DA9-AABB9A32E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0BBCA-DBD1-B595-DF69-45C7800C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02D843-C4FE-B3FD-0335-ECE108A4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9975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428</Words>
  <Application>Microsoft Office PowerPoint</Application>
  <PresentationFormat>Widescreen</PresentationFormat>
  <Paragraphs>172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</vt:lpstr>
      <vt:lpstr>Arial</vt:lpstr>
      <vt:lpstr>Calisto MT</vt:lpstr>
      <vt:lpstr>Courier New</vt:lpstr>
      <vt:lpstr>Neue Haas Grotesk Text Pro</vt:lpstr>
      <vt:lpstr>Univers Condensed</vt:lpstr>
      <vt:lpstr>ChronicleVTI</vt:lpstr>
      <vt:lpstr> DPS/ESE Semester Project:  Truck Platooning</vt:lpstr>
      <vt:lpstr>Ese</vt:lpstr>
      <vt:lpstr>Use cases of the system</vt:lpstr>
      <vt:lpstr>SYSTEM REQUIREMENTS</vt:lpstr>
      <vt:lpstr>Context diagram</vt:lpstr>
      <vt:lpstr>Block definition diagram</vt:lpstr>
      <vt:lpstr>Sequence diagram</vt:lpstr>
      <vt:lpstr>Parametric constraints diagrams</vt:lpstr>
      <vt:lpstr>Allocation diagrams</vt:lpstr>
      <vt:lpstr>PowerPoint Presentation</vt:lpstr>
      <vt:lpstr>PowerPoint Presentation</vt:lpstr>
      <vt:lpstr>PowerPoint Presentation</vt:lpstr>
      <vt:lpstr>Internal block diagrams</vt:lpstr>
      <vt:lpstr>PowerPoint Presentation</vt:lpstr>
      <vt:lpstr>PowerPoint Presentation</vt:lpstr>
      <vt:lpstr>State machines</vt:lpstr>
      <vt:lpstr>PowerPoint Presentation</vt:lpstr>
      <vt:lpstr>Mapping to prototype hardware</vt:lpstr>
      <vt:lpstr>scheduling</vt:lpstr>
      <vt:lpstr>scheduling</vt:lpstr>
      <vt:lpstr>scheduling</vt:lpstr>
      <vt:lpstr>Validation and verification </vt:lpstr>
      <vt:lpstr>Fault  tree analysis</vt:lpstr>
      <vt:lpstr>Standard platooning</vt:lpstr>
      <vt:lpstr>Joining/leaving platoon</vt:lpstr>
      <vt:lpstr>Emergency braking</vt:lpstr>
      <vt:lpstr>Communication failure</vt:lpstr>
      <vt:lpstr>dps</vt:lpstr>
      <vt:lpstr>Use cases of the system</vt:lpstr>
      <vt:lpstr>Standard platooning</vt:lpstr>
      <vt:lpstr>PowerPoint Presentation</vt:lpstr>
      <vt:lpstr>Joining/leaving platoon</vt:lpstr>
      <vt:lpstr>PowerPoint Presentation</vt:lpstr>
      <vt:lpstr>Emergency braking</vt:lpstr>
      <vt:lpstr>PowerPoint Presentation</vt:lpstr>
      <vt:lpstr>Communication failure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Girsy Guzmán Garcia</cp:lastModifiedBy>
  <cp:revision>1</cp:revision>
  <dcterms:created xsi:type="dcterms:W3CDTF">2026-02-02T19:31:35Z</dcterms:created>
  <dcterms:modified xsi:type="dcterms:W3CDTF">2026-02-03T08:25:38Z</dcterms:modified>
</cp:coreProperties>
</file>